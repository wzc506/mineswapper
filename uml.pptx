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9"/>
  </p:notesMasterIdLst>
  <p:sldIdLst>
    <p:sldId id="256" r:id="rId3"/>
    <p:sldId id="280" r:id="rId4"/>
    <p:sldId id="274" r:id="rId5"/>
    <p:sldId id="268" r:id="rId6"/>
    <p:sldId id="275" r:id="rId7"/>
    <p:sldId id="266" r:id="rId8"/>
    <p:sldId id="284" r:id="rId9"/>
    <p:sldId id="267" r:id="rId10"/>
    <p:sldId id="285" r:id="rId11"/>
    <p:sldId id="281" r:id="rId12"/>
    <p:sldId id="283" r:id="rId13"/>
    <p:sldId id="276" r:id="rId14"/>
    <p:sldId id="286" r:id="rId15"/>
    <p:sldId id="287" r:id="rId16"/>
    <p:sldId id="277" r:id="rId17"/>
    <p:sldId id="263" r:id="rId18"/>
    <p:sldId id="278" r:id="rId19"/>
    <p:sldId id="264" r:id="rId20"/>
    <p:sldId id="265" r:id="rId21"/>
    <p:sldId id="279" r:id="rId22"/>
    <p:sldId id="262" r:id="rId23"/>
    <p:sldId id="261" r:id="rId24"/>
    <p:sldId id="257" r:id="rId25"/>
    <p:sldId id="258" r:id="rId26"/>
    <p:sldId id="259" r:id="rId27"/>
    <p:sldId id="260"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2025/11/28</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hemeOverride" Target="../theme/themeOverride15.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19.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201255883"/>
              </p:ext>
            </p:extLst>
          </p:nvPr>
        </p:nvGraphicFramePr>
        <p:xfrm>
          <a:off x="259184" y="1699379"/>
          <a:ext cx="7830456" cy="4141410"/>
        </p:xfrm>
        <a:graphic>
          <a:graphicData uri="http://schemas.openxmlformats.org/drawingml/2006/table">
            <a:tbl>
              <a:tblPr firstRow="1" bandRow="1">
                <a:tableStyleId>{5C22544A-7EE6-4342-B048-85BDC9FD1C3A}</a:tableStyleId>
              </a:tblPr>
              <a:tblGrid>
                <a:gridCol w="1385901">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a:effectLst/>
                        </a:rPr>
                        <a:t>音乐开关</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699"/>
            <a:ext cx="4821335" cy="2415333"/>
          </a:xfrm>
        </p:spPr>
        <p:txBody>
          <a:bodyPr>
            <a:normAutofit/>
          </a:bodyPr>
          <a:lstStyle/>
          <a:p>
            <a:pPr marL="342900" indent="-342900">
              <a:buAutoNum type="arabicPeriod"/>
            </a:pPr>
            <a:r>
              <a:rPr lang="zh-CN" altLang="en-US" sz="1600" dirty="0"/>
              <a:t>单例模式</a:t>
            </a:r>
            <a:endParaRPr lang="en-US" altLang="zh-CN" sz="1600" dirty="0"/>
          </a:p>
          <a:p>
            <a:pPr marL="0" indent="0">
              <a:buNone/>
            </a:pPr>
            <a:r>
              <a:rPr lang="zh-CN" altLang="en-US" sz="1600" b="0" i="0" dirty="0">
                <a:effectLst/>
                <a:latin typeface="Segoe WPC"/>
              </a:rPr>
              <a:t>确保整个应用程序中只有一个音乐播放器实例</a:t>
            </a:r>
            <a:endParaRPr lang="en-US" altLang="zh-CN" sz="1600" b="0" i="0" dirty="0">
              <a:effectLst/>
              <a:latin typeface="Segoe WPC"/>
            </a:endParaRPr>
          </a:p>
          <a:p>
            <a:pPr marL="0" indent="0">
              <a:buNone/>
            </a:pPr>
            <a:r>
              <a:rPr lang="zh-CN" altLang="en-US" sz="1600" b="0" i="0" dirty="0">
                <a:effectLst/>
                <a:latin typeface="Segoe WPC"/>
              </a:rPr>
              <a:t>所有界面（</a:t>
            </a:r>
            <a:r>
              <a:rPr lang="en-US" altLang="zh-CN" sz="1600" b="0" i="0" dirty="0">
                <a:effectLst/>
                <a:latin typeface="Segoe WPC"/>
              </a:rPr>
              <a:t>Menu</a:t>
            </a:r>
            <a:r>
              <a:rPr lang="zh-CN" altLang="en-US" sz="1600" b="0" i="0" dirty="0">
                <a:effectLst/>
                <a:latin typeface="Segoe WPC"/>
              </a:rPr>
              <a:t>、</a:t>
            </a:r>
            <a:r>
              <a:rPr lang="en-US" altLang="zh-CN" sz="1600" b="0" i="0" dirty="0" err="1">
                <a:effectLst/>
                <a:latin typeface="Segoe WPC"/>
              </a:rPr>
              <a:t>GameBoard</a:t>
            </a:r>
            <a:r>
              <a:rPr lang="zh-CN" altLang="en-US" sz="1600" b="0" i="0" dirty="0">
                <a:effectLst/>
                <a:latin typeface="Segoe WPC"/>
              </a:rPr>
              <a:t>、</a:t>
            </a:r>
            <a:r>
              <a:rPr lang="en-US" altLang="zh-CN" sz="1600" b="0" i="0" dirty="0" err="1">
                <a:effectLst/>
                <a:latin typeface="Segoe WPC"/>
              </a:rPr>
              <a:t>SmartSquare</a:t>
            </a:r>
            <a:r>
              <a:rPr lang="zh-CN" altLang="en-US" sz="1600" b="0" i="0" dirty="0">
                <a:effectLst/>
                <a:latin typeface="Segoe WPC"/>
              </a:rPr>
              <a:t>）都通过 </a:t>
            </a:r>
            <a:r>
              <a:rPr lang="en-US" altLang="zh-CN" sz="1600" dirty="0" err="1">
                <a:latin typeface="Segoe WPC"/>
              </a:rPr>
              <a:t>MusicPlayer.getInstance</a:t>
            </a:r>
            <a:r>
              <a:rPr lang="en-US" altLang="zh-CN" sz="1600" dirty="0">
                <a:latin typeface="Segoe WPC"/>
              </a:rPr>
              <a:t>()</a:t>
            </a:r>
            <a:r>
              <a:rPr lang="zh-CN" altLang="en-US" sz="1600" b="0" i="0" dirty="0">
                <a:effectLst/>
                <a:latin typeface="Segoe WPC"/>
              </a:rPr>
              <a:t>访问同一个播放器</a:t>
            </a:r>
          </a:p>
          <a:p>
            <a:pPr marL="0" indent="0" algn="l">
              <a:buNone/>
            </a:pPr>
            <a:r>
              <a:rPr lang="zh-CN" altLang="en-US" sz="16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581089" y="3189610"/>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973460" y="289249"/>
            <a:ext cx="5146092"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89650" y="1370226"/>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6085206" y="2805752"/>
            <a:ext cx="4911142" cy="1246495"/>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10" name="图片 9">
            <a:extLst>
              <a:ext uri="{FF2B5EF4-FFF2-40B4-BE49-F238E27FC236}">
                <a16:creationId xmlns:a16="http://schemas.microsoft.com/office/drawing/2014/main" id="{F8638AEB-0246-B3BE-3B8E-AB959A930583}"/>
              </a:ext>
            </a:extLst>
          </p:cNvPr>
          <p:cNvPicPr>
            <a:picLocks noChangeAspect="1"/>
          </p:cNvPicPr>
          <p:nvPr/>
        </p:nvPicPr>
        <p:blipFill>
          <a:blip r:embed="rId4"/>
          <a:stretch>
            <a:fillRect/>
          </a:stretch>
        </p:blipFill>
        <p:spPr>
          <a:xfrm>
            <a:off x="6085206" y="4169453"/>
            <a:ext cx="4915586" cy="141942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15</a:t>
            </a:fld>
            <a:endParaRPr lang="en-US"/>
          </a:p>
        </p:txBody>
      </p:sp>
    </p:spTree>
    <p:extLst>
      <p:ext uri="{BB962C8B-B14F-4D97-AF65-F5344CB8AC3E}">
        <p14:creationId xmlns:p14="http://schemas.microsoft.com/office/powerpoint/2010/main" val="39180067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357996" y="5578824"/>
            <a:ext cx="1112805" cy="369332"/>
          </a:xfrm>
          <a:prstGeom prst="rect">
            <a:avLst/>
          </a:prstGeom>
          <a:noFill/>
        </p:spPr>
        <p:txBody>
          <a:bodyPr wrap="none" rtlCol="0">
            <a:spAutoFit/>
          </a:bodyPr>
          <a:lstStyle/>
          <a:p>
            <a:r>
              <a:rPr lang="zh-CN" altLang="en-US" dirty="0"/>
              <a:t>开始界面</a:t>
            </a:r>
          </a:p>
        </p:txBody>
      </p:sp>
      <p:pic>
        <p:nvPicPr>
          <p:cNvPr id="8" name="图片 7">
            <a:extLst>
              <a:ext uri="{FF2B5EF4-FFF2-40B4-BE49-F238E27FC236}">
                <a16:creationId xmlns:a16="http://schemas.microsoft.com/office/drawing/2014/main" id="{475251DC-7860-6267-5D12-5A6A3BACBBBC}"/>
              </a:ext>
            </a:extLst>
          </p:cNvPr>
          <p:cNvPicPr>
            <a:picLocks noChangeAspect="1"/>
          </p:cNvPicPr>
          <p:nvPr/>
        </p:nvPicPr>
        <p:blipFill>
          <a:blip r:embed="rId3"/>
          <a:stretch>
            <a:fillRect/>
          </a:stretch>
        </p:blipFill>
        <p:spPr>
          <a:xfrm>
            <a:off x="0" y="2328952"/>
            <a:ext cx="2210420" cy="3153215"/>
          </a:xfrm>
          <a:prstGeom prst="rect">
            <a:avLst/>
          </a:prstGeom>
        </p:spPr>
      </p:pic>
      <p:pic>
        <p:nvPicPr>
          <p:cNvPr id="9" name="图片 8">
            <a:extLst>
              <a:ext uri="{FF2B5EF4-FFF2-40B4-BE49-F238E27FC236}">
                <a16:creationId xmlns:a16="http://schemas.microsoft.com/office/drawing/2014/main" id="{1116C28A-B86E-B95B-5059-AA3629047719}"/>
              </a:ext>
            </a:extLst>
          </p:cNvPr>
          <p:cNvPicPr>
            <a:picLocks noChangeAspect="1"/>
          </p:cNvPicPr>
          <p:nvPr/>
        </p:nvPicPr>
        <p:blipFill>
          <a:blip r:embed="rId4"/>
          <a:stretch>
            <a:fillRect/>
          </a:stretch>
        </p:blipFill>
        <p:spPr>
          <a:xfrm>
            <a:off x="2210420" y="2623127"/>
            <a:ext cx="2851665" cy="2860306"/>
          </a:xfrm>
          <a:prstGeom prst="rect">
            <a:avLst/>
          </a:prstGeom>
        </p:spPr>
      </p:pic>
      <p:sp>
        <p:nvSpPr>
          <p:cNvPr id="10" name="文本框 9">
            <a:extLst>
              <a:ext uri="{FF2B5EF4-FFF2-40B4-BE49-F238E27FC236}">
                <a16:creationId xmlns:a16="http://schemas.microsoft.com/office/drawing/2014/main" id="{EDE38928-859C-8F34-C325-2F40BF511378}"/>
              </a:ext>
            </a:extLst>
          </p:cNvPr>
          <p:cNvSpPr txBox="1"/>
          <p:nvPr/>
        </p:nvSpPr>
        <p:spPr>
          <a:xfrm>
            <a:off x="2780512" y="5661950"/>
            <a:ext cx="1107996" cy="369332"/>
          </a:xfrm>
          <a:prstGeom prst="rect">
            <a:avLst/>
          </a:prstGeom>
          <a:noFill/>
        </p:spPr>
        <p:txBody>
          <a:bodyPr wrap="none" rtlCol="0">
            <a:spAutoFit/>
          </a:bodyPr>
          <a:lstStyle/>
          <a:p>
            <a:r>
              <a:rPr lang="zh-CN" altLang="en-US" dirty="0"/>
              <a:t>游戏界面</a:t>
            </a:r>
          </a:p>
        </p:txBody>
      </p:sp>
      <p:sp>
        <p:nvSpPr>
          <p:cNvPr id="12" name="文本框 11">
            <a:extLst>
              <a:ext uri="{FF2B5EF4-FFF2-40B4-BE49-F238E27FC236}">
                <a16:creationId xmlns:a16="http://schemas.microsoft.com/office/drawing/2014/main" id="{8702486A-33DF-F26B-701D-18FCB0124C42}"/>
              </a:ext>
            </a:extLst>
          </p:cNvPr>
          <p:cNvSpPr txBox="1"/>
          <p:nvPr/>
        </p:nvSpPr>
        <p:spPr>
          <a:xfrm>
            <a:off x="5929193" y="5738684"/>
            <a:ext cx="1107996" cy="369332"/>
          </a:xfrm>
          <a:prstGeom prst="rect">
            <a:avLst/>
          </a:prstGeom>
          <a:noFill/>
        </p:spPr>
        <p:txBody>
          <a:bodyPr wrap="none" rtlCol="0">
            <a:spAutoFit/>
          </a:bodyPr>
          <a:lstStyle/>
          <a:p>
            <a:r>
              <a:rPr lang="zh-CN" altLang="en-US" dirty="0"/>
              <a:t>失败界面</a:t>
            </a:r>
          </a:p>
        </p:txBody>
      </p:sp>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5"/>
          <a:stretch>
            <a:fillRect/>
          </a:stretch>
        </p:blipFill>
        <p:spPr>
          <a:xfrm>
            <a:off x="4976291" y="2638109"/>
            <a:ext cx="2818280" cy="2844057"/>
          </a:xfrm>
          <a:prstGeom prst="rect">
            <a:avLst/>
          </a:prstGeom>
        </p:spPr>
      </p:pic>
      <p:sp>
        <p:nvSpPr>
          <p:cNvPr id="18" name="文本框 17">
            <a:extLst>
              <a:ext uri="{FF2B5EF4-FFF2-40B4-BE49-F238E27FC236}">
                <a16:creationId xmlns:a16="http://schemas.microsoft.com/office/drawing/2014/main" id="{3ED560CD-BF28-A872-D378-6F2F77C0ED80}"/>
              </a:ext>
            </a:extLst>
          </p:cNvPr>
          <p:cNvSpPr txBox="1"/>
          <p:nvPr/>
        </p:nvSpPr>
        <p:spPr>
          <a:xfrm>
            <a:off x="9934084" y="5714142"/>
            <a:ext cx="1107996" cy="369332"/>
          </a:xfrm>
          <a:prstGeom prst="rect">
            <a:avLst/>
          </a:prstGeom>
          <a:noFill/>
        </p:spPr>
        <p:txBody>
          <a:bodyPr wrap="none" rtlCol="0">
            <a:spAutoFit/>
          </a:bodyPr>
          <a:lstStyle/>
          <a:p>
            <a:r>
              <a:rPr lang="zh-CN" altLang="en-US" dirty="0"/>
              <a:t>胜利界面</a:t>
            </a:r>
          </a:p>
        </p:txBody>
      </p:sp>
      <p:pic>
        <p:nvPicPr>
          <p:cNvPr id="3" name="图片 2">
            <a:extLst>
              <a:ext uri="{FF2B5EF4-FFF2-40B4-BE49-F238E27FC236}">
                <a16:creationId xmlns:a16="http://schemas.microsoft.com/office/drawing/2014/main" id="{08810751-E62D-223F-03DA-0F6F4916DDA1}"/>
              </a:ext>
            </a:extLst>
          </p:cNvPr>
          <p:cNvPicPr>
            <a:picLocks noChangeAspect="1"/>
          </p:cNvPicPr>
          <p:nvPr/>
        </p:nvPicPr>
        <p:blipFill>
          <a:blip r:embed="rId6"/>
          <a:stretch>
            <a:fillRect/>
          </a:stretch>
        </p:blipFill>
        <p:spPr>
          <a:xfrm>
            <a:off x="7887568" y="1182255"/>
            <a:ext cx="4304432" cy="4479695"/>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2.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221</TotalTime>
  <Words>2476</Words>
  <Application>Microsoft Office PowerPoint</Application>
  <PresentationFormat>宽屏</PresentationFormat>
  <Paragraphs>157</Paragraphs>
  <Slides>26</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26</vt:i4>
      </vt:variant>
    </vt:vector>
  </HeadingPairs>
  <TitlesOfParts>
    <vt:vector size="32"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主要界面</vt:lpstr>
      <vt:lpstr>主要界面</vt:lpstr>
      <vt:lpstr>代码的主要流程</vt:lpstr>
      <vt:lpstr>主要流程</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78</cp:revision>
  <dcterms:created xsi:type="dcterms:W3CDTF">2025-11-02T06:55:21Z</dcterms:created>
  <dcterms:modified xsi:type="dcterms:W3CDTF">2025-11-28T01:42:20Z</dcterms:modified>
</cp:coreProperties>
</file>